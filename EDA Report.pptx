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afbd75a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afbd75a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afbd75a9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afbd75a9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afbd75a9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afbd75a9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afbd75a9d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afbd75a9d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afbd75a9d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afbd75a9d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fbd75a9d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afbd75a9d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afbd75a9d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afbd75a9d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afbd75a9d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afbd75a9d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afbd75a9d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afbd75a9d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EDA Report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487875" y="2914600"/>
            <a:ext cx="8285700" cy="742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Apex Data Analytics Internship Task-2 Report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/>
              <a:t>ApexPlanet 60-Day Data Analytics Internship — Task 2</a:t>
            </a:r>
            <a:endParaRPr b="1" sz="2767"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gradFill>
            <a:gsLst>
              <a:gs pos="0">
                <a:srgbClr val="FAFAFA"/>
              </a:gs>
              <a:gs pos="100000">
                <a:srgbClr val="B9B9B9"/>
              </a:gs>
            </a:gsLst>
            <a:lin ang="5400012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GB" sz="2000">
                <a:solidFill>
                  <a:schemeClr val="dk1"/>
                </a:solidFill>
              </a:rPr>
              <a:t>Dataset:</a:t>
            </a:r>
            <a:r>
              <a:rPr lang="en-GB" sz="2000">
                <a:solidFill>
                  <a:schemeClr val="dk1"/>
                </a:solidFill>
              </a:rPr>
              <a:t> Sales &amp; Customer Transaction Dataset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GB" sz="2000">
                <a:solidFill>
                  <a:schemeClr val="dk1"/>
                </a:solidFill>
              </a:rPr>
              <a:t>Tools Used:</a:t>
            </a:r>
            <a:endParaRPr b="1" sz="2000">
              <a:solidFill>
                <a:schemeClr val="dk1"/>
              </a:solidFill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00">
                <a:solidFill>
                  <a:schemeClr val="dk1"/>
                </a:solidFill>
              </a:rPr>
              <a:t>Python</a:t>
            </a:r>
            <a:endParaRPr sz="2000">
              <a:solidFill>
                <a:schemeClr val="dk1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00">
                <a:solidFill>
                  <a:schemeClr val="dk1"/>
                </a:solidFill>
              </a:rPr>
              <a:t>Pandas</a:t>
            </a:r>
            <a:endParaRPr sz="2000">
              <a:solidFill>
                <a:schemeClr val="dk1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00">
                <a:solidFill>
                  <a:schemeClr val="dk1"/>
                </a:solidFill>
              </a:rPr>
              <a:t>Matplotlib / Seaborn</a:t>
            </a:r>
            <a:endParaRPr sz="2000">
              <a:solidFill>
                <a:schemeClr val="dk1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000">
                <a:solidFill>
                  <a:schemeClr val="dk1"/>
                </a:solidFill>
              </a:rPr>
              <a:t>SQL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Objective 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objective of this analysis is to explore the sales dataset and identify: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Sales and purchasing trends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Top-performing products and categories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Geographical sales patterns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Customer purchasing behavior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Relationships between quantity, price and sales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Key business insights that can support decision-making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Variables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Customer ID, Name, Age, Gender, City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Order ID, Order Date, Product, Category, Quantity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Financial: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Unit Price, Total Sales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454950" y="22522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Records                                                    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1,000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Columns                                                                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Unique Orders                                                     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992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Unique Customers                                               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947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Quantity Sold                                            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5,435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Sales                                                        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₹13.94 Crore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Order Value                                         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₹1,39,399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Products                                                                   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Categories                                                                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Cities                                                                        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Genders                                                                   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Quality Findings</a:t>
            </a:r>
            <a:endParaRPr sz="3900"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77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9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1,000 records</a:t>
            </a:r>
            <a:r>
              <a:rPr lang="en-GB" sz="19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analyzed</a:t>
            </a:r>
            <a:endParaRPr sz="193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7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9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duplicate rows</a:t>
            </a:r>
            <a:endParaRPr b="1" sz="193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7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9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missing Age values</a:t>
            </a:r>
            <a:endParaRPr b="1" sz="193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7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9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 missing City values</a:t>
            </a:r>
            <a:endParaRPr b="1" sz="193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7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9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missing values in the remaining columns</a:t>
            </a:r>
            <a:endParaRPr sz="193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7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9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dates successfully converted to date format</a:t>
            </a:r>
            <a:endParaRPr sz="193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7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9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Numerical variables checked for valid ranges</a:t>
            </a:r>
            <a:endParaRPr sz="193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Descriptive Statistics</a:t>
            </a:r>
            <a:endParaRPr/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</a:t>
            </a:r>
            <a:endParaRPr b="1" sz="27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Minimum</a:t>
            </a:r>
            <a:endParaRPr b="1" sz="27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Maximum</a:t>
            </a:r>
            <a:endParaRPr b="1" sz="27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41.33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Quantity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5.44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 Price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₹25,486.78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₹145.78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₹49,997.53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Sales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₹1,39,399.44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₹437.34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₹4,93,677.50</a:t>
            </a:r>
            <a:endParaRPr sz="305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958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 by Category </a:t>
            </a:r>
            <a:endParaRPr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Category                                                                                                        </a:t>
            </a:r>
            <a:r>
              <a:rPr b="1" lang="en-GB" sz="14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Sales</a:t>
            </a:r>
            <a:endParaRPr b="1" sz="142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1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Electronics</a:t>
            </a:r>
            <a:endParaRPr b="1" sz="131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₹5.08 Cr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Education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₹2.50 Cr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Grocery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₹2.22 Cr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Furniture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₹2.15 Cr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Fashion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₹1.98 Cr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Performance</a:t>
            </a:r>
            <a:endParaRPr/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5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1" sz="185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Sales</a:t>
            </a:r>
            <a:endParaRPr b="1" sz="20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Laptop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₹2.54 Cr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₹2.53 Cr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₹2.50 Cr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Rice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₹2.22 Cr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Chair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₹2.15 Cr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Shoes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₹1.98 Cr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Monthly Sales Trends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Important Findings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Sales increased from January to March 2025.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March 2025 recorded the highest monthly sales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approximately ₹1.31 crore.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Sales declined during August–September.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Sales recovered strongly in October–December.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January 2026 contains only </a:t>
            </a: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records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so it should </a:t>
            </a: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be compared directly with full months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 by Gender Analysis</a:t>
            </a:r>
            <a:endParaRPr/>
          </a:p>
        </p:txBody>
      </p:sp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Gender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Male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511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₹7.25 Cr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Female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489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₹6.69 Cr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